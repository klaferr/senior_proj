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60"/>
  </p:normalViewPr>
  <p:slideViewPr>
    <p:cSldViewPr snapToGrid="0">
      <p:cViewPr varScale="1">
        <p:scale>
          <a:sx n="41" d="100"/>
          <a:sy n="41" d="100"/>
        </p:scale>
        <p:origin x="19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36A1F-C0D1-4812-B7DD-32CD14801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960B87-6411-4FAD-B3CF-C97DF5CC65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B7B8F-DFA7-4A76-975A-438B97695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0F357-9069-4AB5-9BEA-ACA73E5BE45D}" type="datetimeFigureOut">
              <a:rPr lang="en-US" smtClean="0"/>
              <a:t>7/17/2020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216A9-B894-4596-A7D3-931AC7805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61A51-03A8-4DDC-9E38-7605FA42C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C43B-6DA3-452B-9A86-F72D5C1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31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7BCAB-D788-4174-94C0-CB9386D58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28091-9586-44E7-B004-2CD394495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53857-8C26-47CF-9E9A-5296E1443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0F357-9069-4AB5-9BEA-ACA73E5BE45D}" type="datetimeFigureOut">
              <a:rPr lang="en-US" smtClean="0"/>
              <a:t>7/17/2020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D0AB0-0F88-4A39-AC56-CEC52E9A7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B27D9-5F52-43DA-8A06-1EFCAE909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C43B-6DA3-452B-9A86-F72D5C1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59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C41EA-9B2F-45A4-BD3C-835BC8BB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96206-23ED-42C4-A24B-419569393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55707-5C1D-4612-8ED4-943DC4BAC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0F357-9069-4AB5-9BEA-ACA73E5BE45D}" type="datetimeFigureOut">
              <a:rPr lang="en-US" smtClean="0"/>
              <a:t>7/17/2020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21937-94EB-4BB0-B404-C8C0FF4B5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E6B78-D7B9-4594-B74F-2EDD6CFC6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C43B-6DA3-452B-9A86-F72D5C1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70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BEA2B-C0BA-4B3F-8BDF-BE0420DFC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B4C7A-D7D0-484D-ADC0-5975F7ABE6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F059FF-D9D3-43F0-8591-63911CC8E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40E53-57D7-48EF-8BCC-DAF6D8F30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0F357-9069-4AB5-9BEA-ACA73E5BE45D}" type="datetimeFigureOut">
              <a:rPr lang="en-US" smtClean="0"/>
              <a:t>7/17/2020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AD8B8A-5144-4637-81F1-06AD50C57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07E7DC-070B-4BA1-B14E-60ED1B6DD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C43B-6DA3-452B-9A86-F72D5C1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185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59467-2AB8-437F-A756-8991502F3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F7906-6555-4A91-94E6-B76BB2FB4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33B27-5FE0-4BD5-8F6C-61E30F82F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0E7ECD-7E61-40B9-A80F-66891099E4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DAED13-BBD5-44CA-91B3-57C612552D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1A4CA8-60C5-412C-BFD2-6007582A8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0F357-9069-4AB5-9BEA-ACA73E5BE45D}" type="datetimeFigureOut">
              <a:rPr lang="en-US" smtClean="0"/>
              <a:t>7/17/2020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982750-8B2A-42C4-9864-31313C58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676A6F-3F7D-4127-9DAE-9D1875179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C43B-6DA3-452B-9A86-F72D5C1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616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9400F-8179-4EC7-AB33-A8BD39470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B66BF7-8AED-48F2-8E50-51CF30619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0F357-9069-4AB5-9BEA-ACA73E5BE45D}" type="datetimeFigureOut">
              <a:rPr lang="en-US" smtClean="0"/>
              <a:t>7/17/2020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E149B0-78FA-4C20-9A24-56C2FD863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E21B2A-2B46-4702-9536-46DE2B9CC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C43B-6DA3-452B-9A86-F72D5C1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071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B3276A-11BC-4C73-90B2-B4D68BAF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0F357-9069-4AB5-9BEA-ACA73E5BE45D}" type="datetimeFigureOut">
              <a:rPr lang="en-US" smtClean="0"/>
              <a:t>7/17/2020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B0C9F6-27AF-4CCF-A299-265407AFF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1A57D-DD37-4EA5-AD0C-63079AB9C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C43B-6DA3-452B-9A86-F72D5C1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28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15543-D3C7-4A9D-B594-58EEE3986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B774A-9D26-4FB2-96A3-1223A583D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5E339-913F-4BC7-80E7-01DA1E326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97194-83E3-42D5-93B5-DC67DEEDF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0F357-9069-4AB5-9BEA-ACA73E5BE45D}" type="datetimeFigureOut">
              <a:rPr lang="en-US" smtClean="0"/>
              <a:t>7/17/2020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13AF8-78B2-49EF-A1E1-94CCB188D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CA417-F4AB-4B84-8034-E23E1DD98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C43B-6DA3-452B-9A86-F72D5C1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84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769ED-DB59-40DD-A6B2-80CCCB73C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1B95FF-6FD4-42EF-BCA1-2C5DCB188D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A2A14-154D-4D92-A4A3-561778930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DA3AB7-5AF8-46CF-BBDC-7374B0DCB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0F357-9069-4AB5-9BEA-ACA73E5BE45D}" type="datetimeFigureOut">
              <a:rPr lang="en-US" smtClean="0"/>
              <a:t>7/17/2020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6C27D-8E1F-4457-AE77-8094BFA7F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2A520-E981-4985-BBEC-9C7D8368B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C43B-6DA3-452B-9A86-F72D5C1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38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07B4F-E927-42E5-A67A-937499238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5CFDE-0EE1-4A15-9DAE-992CAD5EF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A018D-04E2-45C2-A4A6-DCE9D2CDF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0F357-9069-4AB5-9BEA-ACA73E5BE45D}" type="datetimeFigureOut">
              <a:rPr lang="en-US" smtClean="0"/>
              <a:t>7/17/2020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45D15-F3A3-48A1-8520-5AA0D0795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825BD-7A83-4759-80A6-1EA5CFAD5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C43B-6DA3-452B-9A86-F72D5C1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712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9722FE-4C3C-4CE8-8628-2EC1025780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AACAB1-E46A-47F0-94D4-32B1D379E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9BB55-565C-403F-9762-461EB9CA9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0F357-9069-4AB5-9BEA-ACA73E5BE45D}" type="datetimeFigureOut">
              <a:rPr lang="en-US" smtClean="0"/>
              <a:t>7/17/2020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9F47A-9D76-422B-BA29-1E055F06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E7E67-2E27-4D48-BFDE-7ED6A8CB9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C43B-6DA3-452B-9A86-F72D5C1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85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0BC090-7699-4874-AB9F-3CDCA4140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06104-D6FE-4D1C-8CDA-01DB2E3E5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4EED0-F610-4179-9048-7BE1AB6B79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0F357-9069-4AB5-9BEA-ACA73E5BE45D}" type="datetimeFigureOut">
              <a:rPr lang="en-US" smtClean="0"/>
              <a:t>7/17/2020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C5BE0-EAA9-4F4E-95C1-D46996819C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78FBC-411E-4D8A-8151-89F18B6274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6C43B-6DA3-452B-9A86-F72D5C1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706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78E15-88D5-40BD-A69F-D4970EB220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July 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105DEF-8856-4C70-8CE3-969D5300A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73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5C5CF-F163-4365-BE45-2CBFF7ADB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regions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71ED8-4B39-40F8-A1CB-7B6FE3315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Shown in red, pixels repeated across days which go from bordering sat to not (explains the weird shape of repeated points)</a:t>
            </a:r>
          </a:p>
          <a:p>
            <a:pPr marL="0" indent="0">
              <a:buNone/>
            </a:pPr>
            <a:r>
              <a:rPr lang="en-US" dirty="0"/>
              <a:t>Shown in blue, all repeated pixels</a:t>
            </a:r>
          </a:p>
          <a:p>
            <a:pPr marL="0" indent="0">
              <a:buNone/>
            </a:pPr>
            <a:r>
              <a:rPr lang="en-US" dirty="0"/>
              <a:t>2 days (339-346)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should replot this over a map of </a:t>
            </a:r>
          </a:p>
          <a:p>
            <a:pPr marL="0" indent="0">
              <a:buNone/>
            </a:pPr>
            <a:r>
              <a:rPr lang="en-US" dirty="0"/>
              <a:t>the moon for clarity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8B9A4B-2717-45B3-9428-39C61E62D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2215" y="2749782"/>
            <a:ext cx="2197601" cy="33535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E6AD0A-D568-4413-B2C6-580AEE39ED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816" y="2749782"/>
            <a:ext cx="2197601" cy="335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107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51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July ?</vt:lpstr>
      <vt:lpstr>regions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July ?</dc:title>
  <dc:creator>Kris Laferriere</dc:creator>
  <cp:lastModifiedBy>Kris Laferriere</cp:lastModifiedBy>
  <cp:revision>3</cp:revision>
  <dcterms:created xsi:type="dcterms:W3CDTF">2020-07-18T01:11:46Z</dcterms:created>
  <dcterms:modified xsi:type="dcterms:W3CDTF">2020-07-18T01:40:06Z</dcterms:modified>
</cp:coreProperties>
</file>